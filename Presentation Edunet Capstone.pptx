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70" r:id="rId3"/>
    <p:sldId id="268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356"/>
    <a:srgbClr val="9CA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0F0D99-7135-45AA-BCED-95CE055E04F0}" v="279" dt="2026-01-08T08:15:34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F6A618-09FA-4FA9-896D-79F33E5C14FB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D63C321-B6BF-4F44-8460-059C4DB479A8}" type="pres">
      <dgm:prSet presAssocID="{21F6A618-09FA-4FA9-896D-79F33E5C14FB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1BD35A9B-9895-054D-B983-D76CB588D357}" type="presOf" srcId="{21F6A618-09FA-4FA9-896D-79F33E5C14FB}" destId="{0D63C321-B6BF-4F44-8460-059C4DB479A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990C0E-385A-46E1-A872-03852ADA83AA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E1FD2-C312-44E0-8D4F-62D0B25DEF3D}">
      <dgm:prSet custT="1"/>
      <dgm:spPr/>
      <dgm:t>
        <a:bodyPr/>
        <a:lstStyle/>
        <a:p>
          <a:r>
            <a:rPr lang="en-US" sz="3000" dirty="0">
              <a:solidFill>
                <a:schemeClr val="tx1"/>
              </a:solidFill>
            </a:rPr>
            <a:t>Faiza Team leader</a:t>
          </a:r>
        </a:p>
      </dgm:t>
    </dgm:pt>
    <dgm:pt modelId="{44F95057-5241-437B-867E-E88C19DED002}" type="parTrans" cxnId="{B83602C7-9F62-4F8B-A8CB-890C8908B36E}">
      <dgm:prSet/>
      <dgm:spPr/>
      <dgm:t>
        <a:bodyPr/>
        <a:lstStyle/>
        <a:p>
          <a:endParaRPr lang="en-US"/>
        </a:p>
      </dgm:t>
    </dgm:pt>
    <dgm:pt modelId="{7161A157-77DD-4654-83AD-85053500904D}" type="sibTrans" cxnId="{B83602C7-9F62-4F8B-A8CB-890C8908B36E}">
      <dgm:prSet/>
      <dgm:spPr/>
      <dgm:t>
        <a:bodyPr/>
        <a:lstStyle/>
        <a:p>
          <a:endParaRPr lang="en-US"/>
        </a:p>
      </dgm:t>
    </dgm:pt>
    <dgm:pt modelId="{52DFE429-4D8F-4E83-8247-35E3D421C5B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Kanak</a:t>
          </a:r>
        </a:p>
      </dgm:t>
    </dgm:pt>
    <dgm:pt modelId="{29178585-482F-44F1-8411-EEE4FEB0A18B}" type="parTrans" cxnId="{48BC4E36-219E-4C17-9D2E-465B191DCFE4}">
      <dgm:prSet/>
      <dgm:spPr/>
      <dgm:t>
        <a:bodyPr/>
        <a:lstStyle/>
        <a:p>
          <a:endParaRPr lang="en-US"/>
        </a:p>
      </dgm:t>
    </dgm:pt>
    <dgm:pt modelId="{8E98556B-D954-4E58-94F6-DB98180A4585}" type="sibTrans" cxnId="{48BC4E36-219E-4C17-9D2E-465B191DCFE4}">
      <dgm:prSet/>
      <dgm:spPr/>
      <dgm:t>
        <a:bodyPr/>
        <a:lstStyle/>
        <a:p>
          <a:endParaRPr lang="en-US"/>
        </a:p>
      </dgm:t>
    </dgm:pt>
    <dgm:pt modelId="{6E9E8653-8BC8-4C52-A35B-2769E502392D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Taniya Dhingiya</a:t>
          </a:r>
        </a:p>
      </dgm:t>
    </dgm:pt>
    <dgm:pt modelId="{82B45140-462E-4C8B-9B25-E35F1EF90BB3}" type="parTrans" cxnId="{BE2EDDE4-F6AF-4ADF-B7B8-8B53B7B8A88E}">
      <dgm:prSet/>
      <dgm:spPr/>
      <dgm:t>
        <a:bodyPr/>
        <a:lstStyle/>
        <a:p>
          <a:endParaRPr lang="en-US"/>
        </a:p>
      </dgm:t>
    </dgm:pt>
    <dgm:pt modelId="{BC7146B3-9BDF-4553-B199-2DB02A9555FA}" type="sibTrans" cxnId="{BE2EDDE4-F6AF-4ADF-B7B8-8B53B7B8A88E}">
      <dgm:prSet/>
      <dgm:spPr/>
      <dgm:t>
        <a:bodyPr/>
        <a:lstStyle/>
        <a:p>
          <a:endParaRPr lang="en-US"/>
        </a:p>
      </dgm:t>
    </dgm:pt>
    <dgm:pt modelId="{A1F4593A-63D0-42D9-8664-58C36CAF2C13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Alisha</a:t>
          </a:r>
        </a:p>
      </dgm:t>
    </dgm:pt>
    <dgm:pt modelId="{9E62E5F5-4180-43BA-94E5-A93CA903CBDE}" type="parTrans" cxnId="{F903AA03-30E0-4EE0-8539-3BC273F6D75B}">
      <dgm:prSet/>
      <dgm:spPr/>
      <dgm:t>
        <a:bodyPr/>
        <a:lstStyle/>
        <a:p>
          <a:endParaRPr lang="en-US"/>
        </a:p>
      </dgm:t>
    </dgm:pt>
    <dgm:pt modelId="{43EB3D60-2164-4D24-99E6-B02D2AEDF85E}" type="sibTrans" cxnId="{F903AA03-30E0-4EE0-8539-3BC273F6D75B}">
      <dgm:prSet/>
      <dgm:spPr/>
      <dgm:t>
        <a:bodyPr/>
        <a:lstStyle/>
        <a:p>
          <a:endParaRPr lang="en-US"/>
        </a:p>
      </dgm:t>
    </dgm:pt>
    <dgm:pt modelId="{E51EB8E7-DD72-46C1-B39A-364CA3CDCF01}" type="pres">
      <dgm:prSet presAssocID="{D4990C0E-385A-46E1-A872-03852ADA83AA}" presName="Name0" presStyleCnt="0">
        <dgm:presLayoutVars>
          <dgm:dir/>
          <dgm:resizeHandles val="exact"/>
        </dgm:presLayoutVars>
      </dgm:prSet>
      <dgm:spPr/>
    </dgm:pt>
    <dgm:pt modelId="{9B283DD1-F684-445E-A8B5-7FFD75260CAB}" type="pres">
      <dgm:prSet presAssocID="{2A6E1FD2-C312-44E0-8D4F-62D0B25DEF3D}" presName="composite" presStyleCnt="0"/>
      <dgm:spPr/>
    </dgm:pt>
    <dgm:pt modelId="{31B2C2FD-2E8E-46DF-BBEC-7E89A21861D6}" type="pres">
      <dgm:prSet presAssocID="{2A6E1FD2-C312-44E0-8D4F-62D0B25DEF3D}" presName="rect1" presStyleLbl="bgShp" presStyleIdx="0" presStyleCnt="4"/>
      <dgm:spPr>
        <a:blipFill>
          <a:blip xmlns:r="http://schemas.openxmlformats.org/officeDocument/2006/relationships" r:embed="rId1"/>
          <a:srcRect/>
          <a:stretch>
            <a:fillRect t="-3000" b="-3000"/>
          </a:stretch>
        </a:blipFill>
      </dgm:spPr>
    </dgm:pt>
    <dgm:pt modelId="{244603A0-6E4C-43F7-8EA3-82CF4D464933}" type="pres">
      <dgm:prSet presAssocID="{2A6E1FD2-C312-44E0-8D4F-62D0B25DEF3D}" presName="rect2" presStyleLbl="trBgShp" presStyleIdx="0" presStyleCnt="4" custLinFactNeighborY="23544">
        <dgm:presLayoutVars>
          <dgm:bulletEnabled val="1"/>
        </dgm:presLayoutVars>
      </dgm:prSet>
      <dgm:spPr/>
    </dgm:pt>
    <dgm:pt modelId="{202170CC-365C-4198-8C12-0919EB3DC229}" type="pres">
      <dgm:prSet presAssocID="{7161A157-77DD-4654-83AD-85053500904D}" presName="sibTrans" presStyleCnt="0"/>
      <dgm:spPr/>
    </dgm:pt>
    <dgm:pt modelId="{53FF62FF-A0A1-4EA0-9B3D-C59EDFD13FC9}" type="pres">
      <dgm:prSet presAssocID="{52DFE429-4D8F-4E83-8247-35E3D421C5BC}" presName="composite" presStyleCnt="0"/>
      <dgm:spPr/>
    </dgm:pt>
    <dgm:pt modelId="{0205B927-6FCD-48F4-B5CB-61E08D0B1DC7}" type="pres">
      <dgm:prSet presAssocID="{52DFE429-4D8F-4E83-8247-35E3D421C5BC}" presName="rect1" presStyleLbl="bgShp" presStyleIdx="1" presStyleCnt="4"/>
      <dgm:spPr>
        <a:blipFill>
          <a:blip xmlns:r="http://schemas.openxmlformats.org/officeDocument/2006/relationships" r:embed="rId2"/>
          <a:srcRect/>
          <a:stretch>
            <a:fillRect t="-14000" b="-14000"/>
          </a:stretch>
        </a:blipFill>
      </dgm:spPr>
    </dgm:pt>
    <dgm:pt modelId="{1C170DB8-1B1C-4904-A41A-141F44C4B928}" type="pres">
      <dgm:prSet presAssocID="{52DFE429-4D8F-4E83-8247-35E3D421C5BC}" presName="rect2" presStyleLbl="trBgShp" presStyleIdx="1" presStyleCnt="4" custLinFactNeighborY="20928">
        <dgm:presLayoutVars>
          <dgm:bulletEnabled val="1"/>
        </dgm:presLayoutVars>
      </dgm:prSet>
      <dgm:spPr/>
    </dgm:pt>
    <dgm:pt modelId="{FC86206A-F1F4-4413-9358-F5DB48E5964D}" type="pres">
      <dgm:prSet presAssocID="{8E98556B-D954-4E58-94F6-DB98180A4585}" presName="sibTrans" presStyleCnt="0"/>
      <dgm:spPr/>
    </dgm:pt>
    <dgm:pt modelId="{D33AF38E-8E2B-494E-8442-160A35084E7D}" type="pres">
      <dgm:prSet presAssocID="{6E9E8653-8BC8-4C52-A35B-2769E502392D}" presName="composite" presStyleCnt="0"/>
      <dgm:spPr/>
    </dgm:pt>
    <dgm:pt modelId="{21CA5776-F04D-4D27-BE76-A00E5A36C5E0}" type="pres">
      <dgm:prSet presAssocID="{6E9E8653-8BC8-4C52-A35B-2769E502392D}" presName="rect1" presStyleLbl="bgShp" presStyleIdx="2" presStyleCnt="4"/>
      <dgm:spPr>
        <a:blipFill>
          <a:blip xmlns:r="http://schemas.openxmlformats.org/officeDocument/2006/relationships" r:embed="rId3"/>
          <a:srcRect/>
          <a:stretch>
            <a:fillRect t="-20000" b="-20000"/>
          </a:stretch>
        </a:blipFill>
      </dgm:spPr>
    </dgm:pt>
    <dgm:pt modelId="{AB53B20B-C6D5-4022-A9C6-6CE1E16884D9}" type="pres">
      <dgm:prSet presAssocID="{6E9E8653-8BC8-4C52-A35B-2769E502392D}" presName="rect2" presStyleLbl="trBgShp" presStyleIdx="2" presStyleCnt="4" custLinFactNeighborY="20928">
        <dgm:presLayoutVars>
          <dgm:bulletEnabled val="1"/>
        </dgm:presLayoutVars>
      </dgm:prSet>
      <dgm:spPr/>
    </dgm:pt>
    <dgm:pt modelId="{7A9BCE0A-145D-43BD-BE5E-B019602B8CF4}" type="pres">
      <dgm:prSet presAssocID="{BC7146B3-9BDF-4553-B199-2DB02A9555FA}" presName="sibTrans" presStyleCnt="0"/>
      <dgm:spPr/>
    </dgm:pt>
    <dgm:pt modelId="{AE8FB2BF-E2E5-4304-BFFA-E38E960B35B3}" type="pres">
      <dgm:prSet presAssocID="{A1F4593A-63D0-42D9-8664-58C36CAF2C13}" presName="composite" presStyleCnt="0"/>
      <dgm:spPr/>
    </dgm:pt>
    <dgm:pt modelId="{195559A7-AD80-4976-A6E3-13710BA98B71}" type="pres">
      <dgm:prSet presAssocID="{A1F4593A-63D0-42D9-8664-58C36CAF2C13}" presName="rect1" presStyleLbl="bgShp" presStyleIdx="3" presStyleCnt="4"/>
      <dgm:spPr>
        <a:blipFill>
          <a:blip xmlns:r="http://schemas.openxmlformats.org/officeDocument/2006/relationships" r:embed="rId4"/>
          <a:srcRect/>
          <a:stretch>
            <a:fillRect t="-24000" b="-24000"/>
          </a:stretch>
        </a:blipFill>
      </dgm:spPr>
    </dgm:pt>
    <dgm:pt modelId="{8D7B03B8-B727-4DB5-ADEC-DDBD2B38903B}" type="pres">
      <dgm:prSet presAssocID="{A1F4593A-63D0-42D9-8664-58C36CAF2C13}" presName="rect2" presStyleLbl="trBgShp" presStyleIdx="3" presStyleCnt="4" custLinFactNeighborY="23544">
        <dgm:presLayoutVars>
          <dgm:bulletEnabled val="1"/>
        </dgm:presLayoutVars>
      </dgm:prSet>
      <dgm:spPr/>
    </dgm:pt>
  </dgm:ptLst>
  <dgm:cxnLst>
    <dgm:cxn modelId="{7617E200-38D1-4290-979E-C41F12AD193F}" type="presOf" srcId="{A1F4593A-63D0-42D9-8664-58C36CAF2C13}" destId="{8D7B03B8-B727-4DB5-ADEC-DDBD2B38903B}" srcOrd="0" destOrd="0" presId="urn:microsoft.com/office/officeart/2008/layout/BendingPictureSemiTransparentText"/>
    <dgm:cxn modelId="{EBC72601-4ED0-4858-ACCE-246747221301}" type="presOf" srcId="{2A6E1FD2-C312-44E0-8D4F-62D0B25DEF3D}" destId="{244603A0-6E4C-43F7-8EA3-82CF4D464933}" srcOrd="0" destOrd="0" presId="urn:microsoft.com/office/officeart/2008/layout/BendingPictureSemiTransparentText"/>
    <dgm:cxn modelId="{F903AA03-30E0-4EE0-8539-3BC273F6D75B}" srcId="{D4990C0E-385A-46E1-A872-03852ADA83AA}" destId="{A1F4593A-63D0-42D9-8664-58C36CAF2C13}" srcOrd="3" destOrd="0" parTransId="{9E62E5F5-4180-43BA-94E5-A93CA903CBDE}" sibTransId="{43EB3D60-2164-4D24-99E6-B02D2AEDF85E}"/>
    <dgm:cxn modelId="{48BC4E36-219E-4C17-9D2E-465B191DCFE4}" srcId="{D4990C0E-385A-46E1-A872-03852ADA83AA}" destId="{52DFE429-4D8F-4E83-8247-35E3D421C5BC}" srcOrd="1" destOrd="0" parTransId="{29178585-482F-44F1-8411-EEE4FEB0A18B}" sibTransId="{8E98556B-D954-4E58-94F6-DB98180A4585}"/>
    <dgm:cxn modelId="{E1AD0998-6955-4600-8AB9-8264374B576C}" type="presOf" srcId="{52DFE429-4D8F-4E83-8247-35E3D421C5BC}" destId="{1C170DB8-1B1C-4904-A41A-141F44C4B928}" srcOrd="0" destOrd="0" presId="urn:microsoft.com/office/officeart/2008/layout/BendingPictureSemiTransparentText"/>
    <dgm:cxn modelId="{B83602C7-9F62-4F8B-A8CB-890C8908B36E}" srcId="{D4990C0E-385A-46E1-A872-03852ADA83AA}" destId="{2A6E1FD2-C312-44E0-8D4F-62D0B25DEF3D}" srcOrd="0" destOrd="0" parTransId="{44F95057-5241-437B-867E-E88C19DED002}" sibTransId="{7161A157-77DD-4654-83AD-85053500904D}"/>
    <dgm:cxn modelId="{1F96EBE2-BD2C-45F6-A051-87CF3807C652}" type="presOf" srcId="{D4990C0E-385A-46E1-A872-03852ADA83AA}" destId="{E51EB8E7-DD72-46C1-B39A-364CA3CDCF01}" srcOrd="0" destOrd="0" presId="urn:microsoft.com/office/officeart/2008/layout/BendingPictureSemiTransparentText"/>
    <dgm:cxn modelId="{BE2EDDE4-F6AF-4ADF-B7B8-8B53B7B8A88E}" srcId="{D4990C0E-385A-46E1-A872-03852ADA83AA}" destId="{6E9E8653-8BC8-4C52-A35B-2769E502392D}" srcOrd="2" destOrd="0" parTransId="{82B45140-462E-4C8B-9B25-E35F1EF90BB3}" sibTransId="{BC7146B3-9BDF-4553-B199-2DB02A9555FA}"/>
    <dgm:cxn modelId="{858611F9-94F1-4024-A18B-1F3D86E2603F}" type="presOf" srcId="{6E9E8653-8BC8-4C52-A35B-2769E502392D}" destId="{AB53B20B-C6D5-4022-A9C6-6CE1E16884D9}" srcOrd="0" destOrd="0" presId="urn:microsoft.com/office/officeart/2008/layout/BendingPictureSemiTransparentText"/>
    <dgm:cxn modelId="{40F84F1F-5198-4E65-83DD-8C930DCA02B4}" type="presParOf" srcId="{E51EB8E7-DD72-46C1-B39A-364CA3CDCF01}" destId="{9B283DD1-F684-445E-A8B5-7FFD75260CAB}" srcOrd="0" destOrd="0" presId="urn:microsoft.com/office/officeart/2008/layout/BendingPictureSemiTransparentText"/>
    <dgm:cxn modelId="{C568537B-413C-4D48-8D09-EE659F3ACABE}" type="presParOf" srcId="{9B283DD1-F684-445E-A8B5-7FFD75260CAB}" destId="{31B2C2FD-2E8E-46DF-BBEC-7E89A21861D6}" srcOrd="0" destOrd="0" presId="urn:microsoft.com/office/officeart/2008/layout/BendingPictureSemiTransparentText"/>
    <dgm:cxn modelId="{CD838BCD-833B-454F-9575-AF1B7787557A}" type="presParOf" srcId="{9B283DD1-F684-445E-A8B5-7FFD75260CAB}" destId="{244603A0-6E4C-43F7-8EA3-82CF4D464933}" srcOrd="1" destOrd="0" presId="urn:microsoft.com/office/officeart/2008/layout/BendingPictureSemiTransparentText"/>
    <dgm:cxn modelId="{DD7316F3-C12D-4800-9229-BBD6C0E0CA74}" type="presParOf" srcId="{E51EB8E7-DD72-46C1-B39A-364CA3CDCF01}" destId="{202170CC-365C-4198-8C12-0919EB3DC229}" srcOrd="1" destOrd="0" presId="urn:microsoft.com/office/officeart/2008/layout/BendingPictureSemiTransparentText"/>
    <dgm:cxn modelId="{C370489E-C397-4B77-8F76-3BBC0166E5B0}" type="presParOf" srcId="{E51EB8E7-DD72-46C1-B39A-364CA3CDCF01}" destId="{53FF62FF-A0A1-4EA0-9B3D-C59EDFD13FC9}" srcOrd="2" destOrd="0" presId="urn:microsoft.com/office/officeart/2008/layout/BendingPictureSemiTransparentText"/>
    <dgm:cxn modelId="{914AA82B-E000-4EE7-87D5-73A5FB684C07}" type="presParOf" srcId="{53FF62FF-A0A1-4EA0-9B3D-C59EDFD13FC9}" destId="{0205B927-6FCD-48F4-B5CB-61E08D0B1DC7}" srcOrd="0" destOrd="0" presId="urn:microsoft.com/office/officeart/2008/layout/BendingPictureSemiTransparentText"/>
    <dgm:cxn modelId="{FA4A7E8C-462E-425A-931B-9ACD0DA6658C}" type="presParOf" srcId="{53FF62FF-A0A1-4EA0-9B3D-C59EDFD13FC9}" destId="{1C170DB8-1B1C-4904-A41A-141F44C4B928}" srcOrd="1" destOrd="0" presId="urn:microsoft.com/office/officeart/2008/layout/BendingPictureSemiTransparentText"/>
    <dgm:cxn modelId="{7A60C501-11FE-453E-8C54-28D8D23AFC88}" type="presParOf" srcId="{E51EB8E7-DD72-46C1-B39A-364CA3CDCF01}" destId="{FC86206A-F1F4-4413-9358-F5DB48E5964D}" srcOrd="3" destOrd="0" presId="urn:microsoft.com/office/officeart/2008/layout/BendingPictureSemiTransparentText"/>
    <dgm:cxn modelId="{46A835FD-93A9-4CCA-B712-5CBB49C93B21}" type="presParOf" srcId="{E51EB8E7-DD72-46C1-B39A-364CA3CDCF01}" destId="{D33AF38E-8E2B-494E-8442-160A35084E7D}" srcOrd="4" destOrd="0" presId="urn:microsoft.com/office/officeart/2008/layout/BendingPictureSemiTransparentText"/>
    <dgm:cxn modelId="{44CEE286-A7D4-48B0-B2E3-AAB6E4DFB9F9}" type="presParOf" srcId="{D33AF38E-8E2B-494E-8442-160A35084E7D}" destId="{21CA5776-F04D-4D27-BE76-A00E5A36C5E0}" srcOrd="0" destOrd="0" presId="urn:microsoft.com/office/officeart/2008/layout/BendingPictureSemiTransparentText"/>
    <dgm:cxn modelId="{1B5879DB-70C7-43A8-B2A0-91AC44A40FDE}" type="presParOf" srcId="{D33AF38E-8E2B-494E-8442-160A35084E7D}" destId="{AB53B20B-C6D5-4022-A9C6-6CE1E16884D9}" srcOrd="1" destOrd="0" presId="urn:microsoft.com/office/officeart/2008/layout/BendingPictureSemiTransparentText"/>
    <dgm:cxn modelId="{F32898CE-15A4-46EE-BE98-46F0D5985407}" type="presParOf" srcId="{E51EB8E7-DD72-46C1-B39A-364CA3CDCF01}" destId="{7A9BCE0A-145D-43BD-BE5E-B019602B8CF4}" srcOrd="5" destOrd="0" presId="urn:microsoft.com/office/officeart/2008/layout/BendingPictureSemiTransparentText"/>
    <dgm:cxn modelId="{ECD225DE-58C8-4550-807C-B3C23A1E6C9F}" type="presParOf" srcId="{E51EB8E7-DD72-46C1-B39A-364CA3CDCF01}" destId="{AE8FB2BF-E2E5-4304-BFFA-E38E960B35B3}" srcOrd="6" destOrd="0" presId="urn:microsoft.com/office/officeart/2008/layout/BendingPictureSemiTransparentText"/>
    <dgm:cxn modelId="{880FD788-2B09-4B27-851A-B0D65193BF89}" type="presParOf" srcId="{AE8FB2BF-E2E5-4304-BFFA-E38E960B35B3}" destId="{195559A7-AD80-4976-A6E3-13710BA98B71}" srcOrd="0" destOrd="0" presId="urn:microsoft.com/office/officeart/2008/layout/BendingPictureSemiTransparentText"/>
    <dgm:cxn modelId="{0F89B4B2-43EE-4CFE-9937-8ADEE0BB9FAB}" type="presParOf" srcId="{AE8FB2BF-E2E5-4304-BFFA-E38E960B35B3}" destId="{8D7B03B8-B727-4DB5-ADEC-DDBD2B38903B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2C2FD-2E8E-46DF-BBEC-7E89A21861D6}">
      <dsp:nvSpPr>
        <dsp:cNvPr id="0" name=""/>
        <dsp:cNvSpPr/>
      </dsp:nvSpPr>
      <dsp:spPr>
        <a:xfrm>
          <a:off x="4054" y="724946"/>
          <a:ext cx="2980926" cy="2555006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3000" b="-3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603A0-6E4C-43F7-8EA3-82CF4D464933}">
      <dsp:nvSpPr>
        <dsp:cNvPr id="0" name=""/>
        <dsp:cNvSpPr/>
      </dsp:nvSpPr>
      <dsp:spPr>
        <a:xfrm>
          <a:off x="4054" y="2657823"/>
          <a:ext cx="2980926" cy="61320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Faiza Team leader</a:t>
          </a:r>
        </a:p>
      </dsp:txBody>
      <dsp:txXfrm>
        <a:off x="4054" y="2657823"/>
        <a:ext cx="2980926" cy="613201"/>
      </dsp:txXfrm>
    </dsp:sp>
    <dsp:sp modelId="{0205B927-6FCD-48F4-B5CB-61E08D0B1DC7}">
      <dsp:nvSpPr>
        <dsp:cNvPr id="0" name=""/>
        <dsp:cNvSpPr/>
      </dsp:nvSpPr>
      <dsp:spPr>
        <a:xfrm>
          <a:off x="3289026" y="724946"/>
          <a:ext cx="2980926" cy="2555006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t="-14000" b="-1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70DB8-1B1C-4904-A41A-141F44C4B928}">
      <dsp:nvSpPr>
        <dsp:cNvPr id="0" name=""/>
        <dsp:cNvSpPr/>
      </dsp:nvSpPr>
      <dsp:spPr>
        <a:xfrm>
          <a:off x="3289026" y="2641782"/>
          <a:ext cx="2980926" cy="61320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Kanak</a:t>
          </a:r>
        </a:p>
      </dsp:txBody>
      <dsp:txXfrm>
        <a:off x="3289026" y="2641782"/>
        <a:ext cx="2980926" cy="613201"/>
      </dsp:txXfrm>
    </dsp:sp>
    <dsp:sp modelId="{21CA5776-F04D-4D27-BE76-A00E5A36C5E0}">
      <dsp:nvSpPr>
        <dsp:cNvPr id="0" name=""/>
        <dsp:cNvSpPr/>
      </dsp:nvSpPr>
      <dsp:spPr>
        <a:xfrm>
          <a:off x="4054" y="3578045"/>
          <a:ext cx="2980926" cy="2555006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t="-20000" b="-20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3B20B-C6D5-4022-A9C6-6CE1E16884D9}">
      <dsp:nvSpPr>
        <dsp:cNvPr id="0" name=""/>
        <dsp:cNvSpPr/>
      </dsp:nvSpPr>
      <dsp:spPr>
        <a:xfrm>
          <a:off x="4054" y="5494881"/>
          <a:ext cx="2980926" cy="61320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Taniya Dhingiya</a:t>
          </a:r>
        </a:p>
      </dsp:txBody>
      <dsp:txXfrm>
        <a:off x="4054" y="5494881"/>
        <a:ext cx="2980926" cy="613201"/>
      </dsp:txXfrm>
    </dsp:sp>
    <dsp:sp modelId="{195559A7-AD80-4976-A6E3-13710BA98B71}">
      <dsp:nvSpPr>
        <dsp:cNvPr id="0" name=""/>
        <dsp:cNvSpPr/>
      </dsp:nvSpPr>
      <dsp:spPr>
        <a:xfrm>
          <a:off x="3289026" y="3578045"/>
          <a:ext cx="2980926" cy="2555006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t="-24000" b="-2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B03B8-B727-4DB5-ADEC-DDBD2B38903B}">
      <dsp:nvSpPr>
        <dsp:cNvPr id="0" name=""/>
        <dsp:cNvSpPr/>
      </dsp:nvSpPr>
      <dsp:spPr>
        <a:xfrm>
          <a:off x="3289026" y="5510922"/>
          <a:ext cx="2980926" cy="61320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Alisha</a:t>
          </a:r>
        </a:p>
      </dsp:txBody>
      <dsp:txXfrm>
        <a:off x="3289026" y="5510922"/>
        <a:ext cx="2980926" cy="613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65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5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42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1/13/2026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436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1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1/13/2026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1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1/13/2026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2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2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6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5DF57-098C-4FCB-B7A8-E497E9B60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916" y="2379365"/>
            <a:ext cx="8991600" cy="1692771"/>
          </a:xfrm>
        </p:spPr>
        <p:txBody>
          <a:bodyPr vert="horz" lIns="182880" tIns="182880" rIns="182880" bIns="182880" rtlCol="0">
            <a:normAutofit/>
          </a:bodyPr>
          <a:lstStyle/>
          <a:p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Web Page Title Scraper</a:t>
            </a:r>
            <a:endParaRPr lang="en-US" sz="4400" kern="1200" cap="all" spc="200" baseline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8054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15" y="2469660"/>
            <a:ext cx="2858220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/>
          <a:lstStyle/>
          <a:p>
            <a:r>
              <a:rPr lang="en-IN" dirty="0"/>
              <a:t>The Team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F6407E-AAD2-A4D5-4610-A42FBD9CB1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97501" y="639763"/>
          <a:ext cx="6282310" cy="2567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7BCE0D83-DF72-32F8-B5DD-EE783615D5F8}"/>
              </a:ext>
            </a:extLst>
          </p:cNvPr>
          <p:cNvGrpSpPr/>
          <p:nvPr/>
        </p:nvGrpSpPr>
        <p:grpSpPr>
          <a:xfrm>
            <a:off x="3322509" y="2581114"/>
            <a:ext cx="2261631" cy="1252444"/>
            <a:chOff x="0" y="1315097"/>
            <a:chExt cx="2261631" cy="1252444"/>
          </a:xfrm>
          <a:solidFill>
            <a:srgbClr val="9CA383"/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BD57785-5D15-79E9-3ECF-86C512858270}"/>
                </a:ext>
              </a:extLst>
            </p:cNvPr>
            <p:cNvSpPr/>
            <p:nvPr/>
          </p:nvSpPr>
          <p:spPr>
            <a:xfrm>
              <a:off x="0" y="1315097"/>
              <a:ext cx="2261631" cy="1252444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6E193F18-9816-2134-C79C-11FDD5C0D8D5}"/>
                </a:ext>
              </a:extLst>
            </p:cNvPr>
            <p:cNvSpPr txBox="1"/>
            <p:nvPr/>
          </p:nvSpPr>
          <p:spPr>
            <a:xfrm>
              <a:off x="61139" y="1376236"/>
              <a:ext cx="2139353" cy="113016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0" lvl="0" indent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700" kern="1200" dirty="0"/>
                <a:t>Student Name</a:t>
              </a:r>
              <a:endParaRPr lang="en-US" sz="3700" kern="1200" dirty="0"/>
            </a:p>
          </p:txBody>
        </p:sp>
      </p:grp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5E551B8-8529-0A54-59C7-8C5D4BFFE2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924533"/>
              </p:ext>
            </p:extLst>
          </p:nvPr>
        </p:nvGraphicFramePr>
        <p:xfrm>
          <a:off x="5789657" y="0"/>
          <a:ext cx="6274007" cy="685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8335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>Workload </a:t>
            </a:r>
            <a:r>
              <a:rPr lang="en-IN" sz="2600">
                <a:solidFill>
                  <a:srgbClr val="FFFFFF"/>
                </a:solidFill>
              </a:rPr>
              <a:t>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6BC-B8A2-4F6A-861D-C36B251B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063" y="1402080"/>
            <a:ext cx="6452858" cy="4373078"/>
          </a:xfrm>
        </p:spPr>
        <p:txBody>
          <a:bodyPr anchor="ctr">
            <a:normAutofit fontScale="55000" lnSpcReduction="20000"/>
          </a:bodyPr>
          <a:lstStyle/>
          <a:p>
            <a:r>
              <a:rPr lang="en-IN" sz="4300" b="1" dirty="0"/>
              <a:t>Contribution of each team member in project</a:t>
            </a:r>
          </a:p>
          <a:p>
            <a:endParaRPr lang="en-IN" sz="4300" b="1" dirty="0"/>
          </a:p>
          <a:p>
            <a:pPr lvl="1"/>
            <a:r>
              <a:rPr lang="en-IN" sz="3600" b="1" dirty="0"/>
              <a:t>Faiza</a:t>
            </a:r>
            <a:r>
              <a:rPr lang="en-IN" sz="3200" dirty="0"/>
              <a:t> = What is wed Scraping ?, Use of Web Scraping, Project File.</a:t>
            </a:r>
          </a:p>
          <a:p>
            <a:pPr lvl="1"/>
            <a:endParaRPr lang="en-IN" sz="2800" dirty="0"/>
          </a:p>
          <a:p>
            <a:pPr lvl="1"/>
            <a:r>
              <a:rPr lang="en-IN" sz="3600" b="1" dirty="0"/>
              <a:t>Taniya Dhingiya </a:t>
            </a:r>
            <a:r>
              <a:rPr lang="en-IN" sz="3600" dirty="0"/>
              <a:t>= Problem statement,  Solution of the Problem statement, Presentation</a:t>
            </a:r>
          </a:p>
          <a:p>
            <a:pPr lvl="1"/>
            <a:endParaRPr lang="en-IN" sz="2800" dirty="0"/>
          </a:p>
          <a:p>
            <a:pPr lvl="1"/>
            <a:r>
              <a:rPr lang="en-IN" sz="3200" b="1" dirty="0"/>
              <a:t>Alisha</a:t>
            </a:r>
            <a:r>
              <a:rPr lang="en-IN" sz="2800" dirty="0"/>
              <a:t> = </a:t>
            </a:r>
            <a:r>
              <a:rPr lang="en-IN" sz="3100" dirty="0"/>
              <a:t>Tools &amp; Libraries and Documentation Report</a:t>
            </a:r>
            <a:endParaRPr lang="en-IN" sz="2800" dirty="0"/>
          </a:p>
          <a:p>
            <a:pPr lvl="1"/>
            <a:endParaRPr lang="en-IN" sz="2800" dirty="0"/>
          </a:p>
          <a:p>
            <a:pPr lvl="1"/>
            <a:r>
              <a:rPr lang="en-IN" sz="3200" b="1" dirty="0"/>
              <a:t>Kanak</a:t>
            </a:r>
            <a:r>
              <a:rPr lang="en-IN" sz="2800" b="1" dirty="0"/>
              <a:t> </a:t>
            </a:r>
            <a:r>
              <a:rPr lang="en-IN" sz="2800" dirty="0"/>
              <a:t>= </a:t>
            </a:r>
            <a:r>
              <a:rPr lang="en-IN" sz="3100" dirty="0"/>
              <a:t>Code for Scraping , Output,  Conclusion, Presentation.</a:t>
            </a:r>
            <a:br>
              <a:rPr lang="en-IN" dirty="0"/>
            </a:br>
            <a:r>
              <a:rPr lang="en-IN" dirty="0"/>
              <a:t>      </a:t>
            </a:r>
            <a:br>
              <a:rPr lang="en-IN" dirty="0"/>
            </a:br>
            <a:r>
              <a:rPr lang="en-IN" dirty="0"/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2277255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100">
                <a:solidFill>
                  <a:srgbClr val="FFFFFF"/>
                </a:solidFill>
              </a:rPr>
              <a:t>The Background</a:t>
            </a:r>
          </a:p>
        </p:txBody>
      </p:sp>
      <p:pic>
        <p:nvPicPr>
          <p:cNvPr id="1026" name="Picture 2" descr="Beautiful Soup">
            <a:extLst>
              <a:ext uri="{FF2B5EF4-FFF2-40B4-BE49-F238E27FC236}">
                <a16:creationId xmlns:a16="http://schemas.microsoft.com/office/drawing/2014/main" id="{61E4BC3A-E272-709A-CF91-9C976E776F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153" y="2268715"/>
            <a:ext cx="6211927" cy="349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4D4CBC-E1F3-B8A7-8EDB-4B9C6311D0CF}"/>
              </a:ext>
            </a:extLst>
          </p:cNvPr>
          <p:cNvSpPr txBox="1"/>
          <p:nvPr/>
        </p:nvSpPr>
        <p:spPr>
          <a:xfrm>
            <a:off x="5369153" y="1027536"/>
            <a:ext cx="68228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Extract and display the tittle of a web page using BeautifulSoup</a:t>
            </a:r>
          </a:p>
        </p:txBody>
      </p:sp>
    </p:spTree>
    <p:extLst>
      <p:ext uri="{BB962C8B-B14F-4D97-AF65-F5344CB8AC3E}">
        <p14:creationId xmlns:p14="http://schemas.microsoft.com/office/powerpoint/2010/main" val="378471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94EB9-4981-4B64-BA7E-735F6CAD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3D968-550A-45A2-B636-4D6F7BFB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/>
          <a:lstStyle/>
          <a:p>
            <a:r>
              <a:rPr lang="en-US" b="1" dirty="0"/>
              <a:t>     </a:t>
            </a:r>
            <a:r>
              <a:rPr lang="en-US" sz="3600" b="1" u="sng" dirty="0"/>
              <a:t>Problem Statement</a:t>
            </a:r>
          </a:p>
          <a:p>
            <a:endParaRPr lang="en-US" dirty="0"/>
          </a:p>
          <a:p>
            <a:r>
              <a:rPr lang="en-US" sz="2800" dirty="0"/>
              <a:t>Extract and display the title of a web page using BeautifulSoup.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3676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347B7-4FBF-466B-B290-31F20EBC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3000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ED790-B911-4363-9E4B-39B6B5FCE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626668"/>
            <a:ext cx="5320696" cy="4053840"/>
          </a:xfrm>
        </p:spPr>
        <p:txBody>
          <a:bodyPr anchor="ctr"/>
          <a:lstStyle/>
          <a:p>
            <a:r>
              <a:rPr lang="en-US" sz="3200" b="1" u="sng" dirty="0"/>
              <a:t>Solution of The Problem Statement</a:t>
            </a:r>
            <a:endParaRPr lang="en-US" b="1" u="sng" dirty="0"/>
          </a:p>
          <a:p>
            <a:r>
              <a:rPr lang="en-US" sz="2400" dirty="0"/>
              <a:t>In Python we will use </a:t>
            </a:r>
            <a:r>
              <a:rPr lang="en-US" sz="2400" dirty="0" err="1"/>
              <a:t>BeautifulSoup</a:t>
            </a:r>
            <a:r>
              <a:rPr lang="en-US" sz="2400" dirty="0"/>
              <a:t> Library to extract the title of any web page.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18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D89FB-6AE0-4387-B7C5-B6BE39BA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W</a:t>
            </a:r>
            <a:r>
              <a:rPr lang="en-IN" sz="3000" dirty="0">
                <a:solidFill>
                  <a:srgbClr val="FFFFFF"/>
                </a:solidFill>
              </a:rPr>
              <a:t>eb Scraping?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7542C-676C-4616-8042-1D07436B8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34164"/>
            <a:ext cx="5320696" cy="4053840"/>
          </a:xfrm>
        </p:spPr>
        <p:txBody>
          <a:bodyPr anchor="ctr">
            <a:normAutofit fontScale="25000" lnSpcReduction="20000"/>
          </a:bodyPr>
          <a:lstStyle/>
          <a:p>
            <a:endParaRPr lang="en-IN" sz="3600" b="1" dirty="0"/>
          </a:p>
          <a:p>
            <a:endParaRPr lang="en-IN" sz="3600" b="1" dirty="0"/>
          </a:p>
          <a:p>
            <a:pPr marL="0" indent="0">
              <a:buNone/>
            </a:pPr>
            <a:r>
              <a:rPr lang="en-IN" sz="10500" b="1" dirty="0"/>
              <a:t>   What is Web Scraping?</a:t>
            </a:r>
          </a:p>
          <a:p>
            <a:r>
              <a:rPr lang="en-US" sz="9600" dirty="0"/>
              <a:t>Web scraping, web harvesting, or web data extraction. </a:t>
            </a:r>
          </a:p>
          <a:p>
            <a:r>
              <a:rPr lang="en-US" sz="9600" dirty="0"/>
              <a:t> Web scraping is the process of automatically extracting information from websites.</a:t>
            </a:r>
          </a:p>
          <a:p>
            <a:r>
              <a:rPr lang="en-US" sz="9600" dirty="0"/>
              <a:t> It involves downloading web pages and extracting the relevant data from them.</a:t>
            </a:r>
            <a:endParaRPr lang="en-IN" sz="9600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9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218D5-F128-490E-8152-7D32E2A4A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</a:t>
            </a:r>
            <a:r>
              <a:rPr lang="en-IN" dirty="0" err="1">
                <a:solidFill>
                  <a:srgbClr val="FFFFFF"/>
                </a:solidFill>
              </a:rPr>
              <a:t>ses</a:t>
            </a:r>
            <a:r>
              <a:rPr lang="en-IN" dirty="0">
                <a:solidFill>
                  <a:srgbClr val="FFFFFF"/>
                </a:solidFill>
              </a:rPr>
              <a:t> of 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7833B-3907-4B83-9F77-D0F494B7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892164"/>
            <a:ext cx="2761227" cy="448537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/>
              <a:t>Web scraping is mainly used to collect, analyze, and repurpose online data for business, research, and innovation. </a:t>
            </a:r>
          </a:p>
          <a:p>
            <a:pPr marL="0" indent="0">
              <a:buNone/>
            </a:pPr>
            <a:r>
              <a:rPr lang="en-US" sz="2600" dirty="0"/>
              <a:t>It helps companies to watch competitors, follow what’s trending, and make smart choices using data.</a:t>
            </a:r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5C13EF-005C-8BEF-536F-BD2AAD1F4724}"/>
              </a:ext>
            </a:extLst>
          </p:cNvPr>
          <p:cNvSpPr txBox="1">
            <a:spLocks/>
          </p:cNvSpPr>
          <p:nvPr/>
        </p:nvSpPr>
        <p:spPr>
          <a:xfrm>
            <a:off x="8855261" y="1862997"/>
            <a:ext cx="2761227" cy="4677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Shopping websites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🛒</a:t>
            </a:r>
            <a:b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Compare prices of the same product across different sites.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Travel sites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✈️</a:t>
            </a:r>
            <a:b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Collect flight or hotel prices to find the cheapest option.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Job portals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💼</a:t>
            </a:r>
            <a:b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Gather job listings to see what skills employers want.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Social media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📱</a:t>
            </a:r>
            <a:b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Track what people are saying about a brand or topic.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News sites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📰</a:t>
            </a:r>
            <a:b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Collect headlines to stay updated on current events.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Sports websites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 ⚽</a:t>
            </a:r>
            <a:b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Get live scores or player stats quickly.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B42F8-3C88-8E0E-57F8-5106F4DFC093}"/>
              </a:ext>
            </a:extLst>
          </p:cNvPr>
          <p:cNvSpPr txBox="1"/>
          <p:nvPr/>
        </p:nvSpPr>
        <p:spPr>
          <a:xfrm>
            <a:off x="5966690" y="837183"/>
            <a:ext cx="5777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Uses of Web Scraping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96619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ve bulbs and one of them is glowing">
            <a:extLst>
              <a:ext uri="{FF2B5EF4-FFF2-40B4-BE49-F238E27FC236}">
                <a16:creationId xmlns:a16="http://schemas.microsoft.com/office/drawing/2014/main" id="{6502B327-023B-19C1-2A07-58822C3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8" r="20317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D9BD6-F510-4FEC-BBC3-026270D7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Tools</a:t>
            </a:r>
            <a:r>
              <a:rPr lang="en-US" sz="2400" b="1" dirty="0">
                <a:solidFill>
                  <a:schemeClr val="bg1"/>
                </a:solidFill>
              </a:rPr>
              <a:t> &amp; Libraries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AC4F-2932-4F44-A84F-2F39667FE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551" y="2496312"/>
            <a:ext cx="5864512" cy="3040367"/>
          </a:xfrm>
        </p:spPr>
        <p:txBody>
          <a:bodyPr anchor="ctr"/>
          <a:lstStyle/>
          <a:p>
            <a:r>
              <a:rPr lang="en-US" sz="2800" b="1" dirty="0"/>
              <a:t>Python </a:t>
            </a:r>
            <a:r>
              <a:rPr lang="en-US" sz="2400" dirty="0"/>
              <a:t>– programming language for scripting.</a:t>
            </a:r>
          </a:p>
          <a:p>
            <a:r>
              <a:rPr lang="en-US" sz="2800" b="1" dirty="0"/>
              <a:t>Requests </a:t>
            </a:r>
            <a:r>
              <a:rPr lang="en-US" sz="2800" dirty="0"/>
              <a:t>–</a:t>
            </a:r>
            <a:r>
              <a:rPr lang="en-US" sz="2800" b="1" dirty="0"/>
              <a:t>  </a:t>
            </a:r>
            <a:r>
              <a:rPr lang="en-US" sz="2400" dirty="0"/>
              <a:t>Send request to fetch HTML content of web page.</a:t>
            </a:r>
          </a:p>
          <a:p>
            <a:r>
              <a:rPr lang="en-US" sz="2800" b="1" dirty="0"/>
              <a:t>BeautifulSoup (bs4)</a:t>
            </a:r>
            <a:r>
              <a:rPr lang="en-US" sz="2800" dirty="0"/>
              <a:t> </a:t>
            </a:r>
            <a:r>
              <a:rPr lang="en-US" sz="2400" dirty="0"/>
              <a:t>– parses HTML and extracts elements.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141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EA8E4-2B1A-430A-A41B-30AE8D1A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Code for Scraping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1F49C9-F53D-9C2A-ADE5-8A78F22AC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15" y="1514661"/>
            <a:ext cx="6632683" cy="41315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30655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yellow figures and a red figure on the other side">
            <a:extLst>
              <a:ext uri="{FF2B5EF4-FFF2-40B4-BE49-F238E27FC236}">
                <a16:creationId xmlns:a16="http://schemas.microsoft.com/office/drawing/2014/main" id="{AF55747E-0BF5-40C6-D4AD-0FF05892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44" r="2022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Output</a:t>
            </a:r>
            <a:endParaRPr lang="en-IN" sz="4400" dirty="0">
              <a:solidFill>
                <a:schemeClr val="bg1"/>
              </a:solidFill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5CD7080E-1FD4-6D15-59A6-30B0235C0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535" y="2854232"/>
            <a:ext cx="5691876" cy="114953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4759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n-US" sz="4800" b="1" dirty="0"/>
              <a:t>Conclusion</a:t>
            </a:r>
            <a:endParaRPr lang="en-IN" sz="4800" dirty="0"/>
          </a:p>
        </p:txBody>
      </p:sp>
      <p:pic>
        <p:nvPicPr>
          <p:cNvPr id="5" name="Picture 4" descr="White arrows going to the red target">
            <a:extLst>
              <a:ext uri="{FF2B5EF4-FFF2-40B4-BE49-F238E27FC236}">
                <a16:creationId xmlns:a16="http://schemas.microsoft.com/office/drawing/2014/main" id="{A3EA6280-589F-C0E2-BE2F-BC5FC461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61" r="9508"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6746504" cy="3503434"/>
          </a:xfrm>
        </p:spPr>
        <p:txBody>
          <a:bodyPr/>
          <a:lstStyle/>
          <a:p>
            <a:r>
              <a:rPr lang="en-US" sz="3600" dirty="0"/>
              <a:t>BeautifulSoup makes web scraping simple and effective.</a:t>
            </a:r>
          </a:p>
          <a:p>
            <a:r>
              <a:rPr lang="en-US" sz="3600" dirty="0"/>
              <a:t>Extracting titles is a foundational step for larger scraping projects.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641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2A9291-55AD-4DDC-8735-1BA5A1C98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A74F5-46D6-41B8-88F6-8920EDCB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542604"/>
            <a:ext cx="8686800" cy="177279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4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2062179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368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Bell MT</vt:lpstr>
      <vt:lpstr>Gill Sans MT</vt:lpstr>
      <vt:lpstr>Parcel</vt:lpstr>
      <vt:lpstr>Web Page Title Scraper</vt:lpstr>
      <vt:lpstr>The Team</vt:lpstr>
      <vt:lpstr>Workload Division</vt:lpstr>
      <vt:lpstr>The Background</vt:lpstr>
      <vt:lpstr>Problem Statement</vt:lpstr>
      <vt:lpstr>Proposed Solution</vt:lpstr>
      <vt:lpstr>Web Scraping?</vt:lpstr>
      <vt:lpstr>Uses of Web Scraping</vt:lpstr>
      <vt:lpstr>Tools &amp; Libraries</vt:lpstr>
      <vt:lpstr>Code for Scraping</vt:lpstr>
      <vt:lpstr>Output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Prateek Vashishtha</dc:creator>
  <cp:lastModifiedBy>AIPA</cp:lastModifiedBy>
  <cp:revision>17</cp:revision>
  <dcterms:created xsi:type="dcterms:W3CDTF">2021-11-25T04:17:35Z</dcterms:created>
  <dcterms:modified xsi:type="dcterms:W3CDTF">2026-01-13T04:22:41Z</dcterms:modified>
</cp:coreProperties>
</file>